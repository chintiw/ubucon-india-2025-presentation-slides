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Ubuntu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Ubuntu-boldItalic.fntdata"/><Relationship Id="rId10" Type="http://schemas.openxmlformats.org/officeDocument/2006/relationships/font" Target="fonts/Ubuntu-italic.fntdata"/><Relationship Id="rId9" Type="http://schemas.openxmlformats.org/officeDocument/2006/relationships/font" Target="fonts/Ubuntu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buntu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fb94a7f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fb94a7f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87350" y="1441700"/>
            <a:ext cx="7458000" cy="13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217450" y="2285400"/>
            <a:ext cx="47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720">
                <a:latin typeface="Ubuntu"/>
                <a:ea typeface="Ubuntu"/>
                <a:cs typeface="Ubuntu"/>
                <a:sym typeface="Ubuntu"/>
              </a:rPr>
              <a:t>Thank You!</a:t>
            </a:r>
            <a:endParaRPr b="1" sz="472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